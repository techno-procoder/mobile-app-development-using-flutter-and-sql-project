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753600" cy="7315200"/>
  <p:notesSz cx="6858000" cy="9144000"/>
  <p:embeddedFontLst>
    <p:embeddedFont>
      <p:font typeface="Calibri (MS)" panose="020B0604020202020204" charset="0"/>
      <p:regular r:id="rId10"/>
    </p:embeddedFont>
    <p:embeddedFont>
      <p:font typeface="Vollkorn" panose="020B0604020202020204" charset="0"/>
      <p:regular r:id="rId11"/>
    </p:embeddedFont>
    <p:embeddedFont>
      <p:font typeface="Vollkorn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44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1986915"/>
            <a:ext cx="7620000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1"/>
              </a:lnSpc>
            </a:pPr>
            <a:r>
              <a:rPr lang="en-US" sz="4693" b="1" spc="166" dirty="0">
                <a:solidFill>
                  <a:srgbClr val="000000"/>
                </a:solidFill>
                <a:latin typeface="Vollkorn Bold"/>
                <a:ea typeface="Vollkorn Bold"/>
                <a:cs typeface="Vollkorn Bold"/>
                <a:sym typeface="Vollkorn Bold"/>
              </a:rPr>
              <a:t>Student Register App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9106" y="3469005"/>
            <a:ext cx="7355388" cy="183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559" spc="90" dirty="0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 Mobile App for Registering and Viewing Student Data</a:t>
            </a:r>
          </a:p>
          <a:p>
            <a:pPr algn="ctr">
              <a:lnSpc>
                <a:spcPts val="4095"/>
              </a:lnSpc>
            </a:pPr>
            <a:r>
              <a:rPr lang="en-US" sz="3413" spc="121" dirty="0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Flutter Mobile App Project</a:t>
            </a:r>
          </a:p>
          <a:p>
            <a:pPr algn="ctr">
              <a:lnSpc>
                <a:spcPts val="4095"/>
              </a:lnSpc>
            </a:pPr>
            <a:r>
              <a:rPr lang="en-US" sz="3413" spc="121" dirty="0">
                <a:solidFill>
                  <a:srgbClr val="898989"/>
                </a:solidFill>
                <a:latin typeface="Calibri (MS)"/>
                <a:ea typeface="Calibri (MS)"/>
                <a:cs typeface="Calibri (MS)"/>
                <a:sym typeface="Calibri (MS)"/>
              </a:rPr>
              <a:t>By: Arjit Rawat and Aarpit Kumar Roul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728173"/>
            <a:ext cx="8595360" cy="2171319"/>
            <a:chOff x="0" y="0"/>
            <a:chExt cx="11460480" cy="2895093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Objective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178560"/>
              <a:ext cx="10160000" cy="1716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To build a simple and clean mobile app for student registration.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Allow users to input and submit their personal information.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Provide functionality to view all registered students.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535724"/>
            <a:ext cx="8595360" cy="5779476"/>
            <a:chOff x="0" y="0"/>
            <a:chExt cx="11460480" cy="7705968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Key Features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325488"/>
              <a:ext cx="10160000" cy="6380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Form input for Name, Contact Number, Email, DOB, Gender.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Validation for correct input formats (e.g., email, phone).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Registration via HTTP POST to PHP backend.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Display list of registered students with details.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535723"/>
            <a:ext cx="8595360" cy="5779477"/>
            <a:chOff x="0" y="0"/>
            <a:chExt cx="11460480" cy="7705970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Tools &amp; Technologies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325490"/>
              <a:ext cx="10160000" cy="6380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Flutter and Dart for front-end UI development.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HTTP package for backend communication.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PHP and MySQL for backend API and database.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Local server setup using XAMPP or WAMP.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535723"/>
            <a:ext cx="8595360" cy="5779477"/>
            <a:chOff x="0" y="0"/>
            <a:chExt cx="11460480" cy="7705970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Code Highlights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325490"/>
              <a:ext cx="10160000" cy="6380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Form validation using regex and input formatters.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Use of state management for dropdowns and date selection.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HTTP calls using `http.post` and `http.get`.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ListView builder for displaying student list dynamically.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554480"/>
            <a:ext cx="8595360" cy="5760720"/>
            <a:chOff x="0" y="0"/>
            <a:chExt cx="11460480" cy="7680960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Challenges &amp; Solutions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300480"/>
              <a:ext cx="10160000" cy="6380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Issue: Flutter app not connecting to localhost.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Solution: Use system IP instead of 127.0.0.1.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Issue: Date and dropdown input complexity.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Solution: Use native date pickers and dropdown form fields.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9120" y="1554480"/>
            <a:ext cx="8595360" cy="5760720"/>
            <a:chOff x="0" y="0"/>
            <a:chExt cx="11460480" cy="7680960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1460480" cy="1169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5"/>
                </a:lnSpc>
              </a:pPr>
              <a:r>
                <a:rPr lang="en-US" sz="3413" b="1" spc="121">
                  <a:solidFill>
                    <a:srgbClr val="000000"/>
                  </a:solidFill>
                  <a:latin typeface="Vollkorn Bold"/>
                  <a:ea typeface="Vollkorn Bold"/>
                  <a:cs typeface="Vollkorn Bold"/>
                  <a:sym typeface="Vollkorn Bold"/>
                </a:rPr>
                <a:t>Learning Outcomes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240" y="1300480"/>
              <a:ext cx="10160000" cy="6380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60"/>
                </a:lnSpc>
              </a:pPr>
              <a:endParaRPr/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Improved understanding of Flutter widgets and UI.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Experience in handling backend APIs from mobile.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Skills in debugging network issues and form input.</a:t>
              </a:r>
            </a:p>
            <a:p>
              <a:pPr algn="l">
                <a:lnSpc>
                  <a:spcPts val="2560"/>
                </a:lnSpc>
              </a:pPr>
              <a:r>
                <a:rPr lang="en-US" sz="2133" spc="75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• Ability to design clean, usable mobile forms.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347853"/>
            <a:ext cx="7620000" cy="8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413" spc="121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App Interface Screenshot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671887" y="1189769"/>
            <a:ext cx="2409825" cy="5364480"/>
            <a:chOff x="0" y="0"/>
            <a:chExt cx="3213100" cy="7152640"/>
          </a:xfrm>
        </p:grpSpPr>
        <p:sp>
          <p:nvSpPr>
            <p:cNvPr id="4" name="Freeform 4" descr="improved_screenshot.jpg"/>
            <p:cNvSpPr/>
            <p:nvPr/>
          </p:nvSpPr>
          <p:spPr>
            <a:xfrm>
              <a:off x="0" y="0"/>
              <a:ext cx="3213100" cy="7152640"/>
            </a:xfrm>
            <a:custGeom>
              <a:avLst/>
              <a:gdLst/>
              <a:ahLst/>
              <a:cxnLst/>
              <a:rect l="l" t="t" r="r" b="b"/>
              <a:pathLst>
                <a:path w="3213100" h="7152640">
                  <a:moveTo>
                    <a:pt x="0" y="0"/>
                  </a:moveTo>
                  <a:lnTo>
                    <a:pt x="3213100" y="0"/>
                  </a:lnTo>
                  <a:lnTo>
                    <a:pt x="3213100" y="7152640"/>
                  </a:lnTo>
                  <a:lnTo>
                    <a:pt x="0" y="715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</Words>
  <Application>Microsoft Office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Vollkorn Bold</vt:lpstr>
      <vt:lpstr>Calibri (MS)</vt:lpstr>
      <vt:lpstr>Vollkorn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Student_Register_App_Detailed_Styled.pptx</dc:title>
  <cp:lastModifiedBy>Aarpit Kumar</cp:lastModifiedBy>
  <cp:revision>3</cp:revision>
  <dcterms:created xsi:type="dcterms:W3CDTF">2006-08-16T00:00:00Z</dcterms:created>
  <dcterms:modified xsi:type="dcterms:W3CDTF">2025-08-01T12:26:07Z</dcterms:modified>
  <dc:identifier>DAGttEgu0Xs</dc:identifier>
</cp:coreProperties>
</file>